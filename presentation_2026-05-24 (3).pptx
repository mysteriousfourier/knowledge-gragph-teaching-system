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>
              <a:defRPr sz="1100" b="0" i="0">
                <a:solidFill>
                  <a:srgbClr val="000000"/>
                </a:solidFill>
              </a:defRPr>
            </a:pPr>
            <a:r>
              <a:t>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3400" b="1" i="0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338328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defRPr sz="1900" b="0" i="0">
                <a:solidFill>
                  <a:srgbClr val="000000"/>
                </a:solidFill>
              </a:defRPr>
            </a:pPr>
            <a:r>
              <a:t>暂无内容。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457200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r">
              <a:defRPr sz="1300" b="0" i="0">
                <a:solidFill>
                  <a:srgbClr val="999999"/>
                </a:solidFill>
              </a:defRPr>
            </a:pPr>
            <a:r>
              <a:t>BIMSA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Review of Previous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Robertson's theory: selection limit is $2N_e R(1)$, where $R(1)$ is first generation response.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The limit depends on initial additive variance $\sigma_A^2(0)$ and effective population size $N_e$.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Drift and selection jointly determine long-term response; increasing $N_e$ preserves more variation.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Equation (26.15b) expressed the limit as $2N_e R(1) = N_e \bar{\imath} (2\sigma_A^2(0)/\sigma_z)$.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Today we examine optimal selection intensity, population structure, and mutational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Outline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828800"/>
            <a:ext cx="694944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1.  Optimal Selection Intensities [2.]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2.  Founder Effects and Bottlenecks [3.]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3.  Population Subdivision [4.]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4.  Within-family Selection [5.]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5.  Asymptotic Response from Mutation [6.]</a:t>
            </a:r>
          </a:p>
          <a:p>
            <a:pPr algn="l">
              <a:spcAft>
                <a:spcPts val="1000"/>
              </a:spcAft>
              <a:defRPr sz="1700" b="0" i="0">
                <a:solidFill>
                  <a:srgbClr val="000000"/>
                </a:solidFill>
              </a:defRPr>
            </a:pPr>
            <a:r>
              <a:t>6.  Optimizing Asymptotic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Selection Intensities: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固定测量个体数 $M$，选择比例 $p = N/M$。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减小 $p$ 增加选择强度 $\bar{\imath}$，但也减小有效种群大小 $N_e$。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提出长期极限响应正比于 $N_e \bar{\imath}$。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因此必须权衡：某个中间 $p$ 会使 $N_e \bar{\imath}$ 最大化。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我们首先从正态分布性状的截断选择出发推导最优比例。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Derivation of the Key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Robertson's selection limit (Equation 26.15b):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其中 $R(1)$ 是第一代响应，取决于初始遗传方差 $\sigma_A^2(0)$。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注意到乘积 $N_e \bar{\imath}$ 决定了最终响应：它随 $p$ 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对于截断选择，$\bar{\imath} = \varphi(x_{[1-p]})/p$（忽略有限总体校正）。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因为 $N = pM$，代入得到：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218" y="3319272"/>
            <a:ext cx="3101259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Proportion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式 (26.23) 中括号项与 $p$ 无关，因此响应随 $\varphi(x_{[1-p]})$ 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正态密度 $\varphi(x)$ 在 $x=0$ 处最大，对应截断点 $x_{[1-p]}=0$，即 $p=0.5$。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因此，对于加性基因和正态表型，保存一半个体使长期响应最大。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Figure 26.5A 展示了随 $p$ 变化的极限响应：$M$ 增大时曲线变得非常平坦。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 $p$ 偏离 0.5 相当远时，极限几乎不变；但极端 $p$ 会明显降低极限。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Hill &amp; Robertson 发现连锁时最优比例略高于 0.5，因连锁不平衡产生偏斜。</a:t>
            </a:r>
          </a:p>
        </p:txBody>
      </p:sp>
      <p:pic>
        <p:nvPicPr>
          <p:cNvPr id="6" name="Picture 5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Table 26.4: Drift Intensified by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81328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$\bar{\imath}$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$N_e/N$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</a:defRPr>
                      </a:pPr>
                      <a:r>
                        <a:t>$2N_e R(1)$</a:t>
                      </a:r>
                    </a:p>
                  </a:txBody>
                  <a:tcPr>
                    <a:solidFill>
                      <a:srgbClr val="007470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20.0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161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 wrap="square" anchor="ctr" lIns="36576" rIns="36576" tIns="18288" bIns="18288">
                      <a:normAutofit/>
                    </a:bodyPr>
                    <a:lstStyle/>
                    <a:p>
                      <a:pPr>
                        <a:defRPr sz="1200" b="0" i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21868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选择不仅减少保存的个体数 $N$，还使 $N_e$ 比 $N$ 更小。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这是因为选择造成家系间适合度方差，降低 $N_e/N$ 比率（Equation 26.6b-d）。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下表假设 $M=50$, $h^2=0.5$，计算不同 $N$ 下的 $N_e$ 和预期极限。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考虑 $N_e$ 额外缩减后，$p=0.5$ 与 $p=0.1$ 的极限比从 2.2 增加到 3.4。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Experimental Support and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Madalena &amp; Robertson (1975): 果蝇胸侧板刚毛数，选 5/25 极限 18.0，选 10/25 极限 17.1，验证最优比例。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Jones et al. (1968), Ruano et al. (1975), Hanrahan et al. (1973) 在腹侧刚毛、产卵数、小鼠体重等性状上得到类似结果。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(1970b) 推广到最大化第 $t$ 代总响应，最优比例是 $t/M$ 的函数。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Jódar &amp; López-Fanjul (1977) 扩展到性别比不相等的情形，最优要求两性选择比例和测量数相等。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Hospital &amp; Chevalet (1993) 发现连锁使最优 $p$ 增大，且随群体增大效应更明显。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(1977) 认为忽略 $N_e$ 额外缩减会导致错误的最优比例，当 $t/M &gt; 0.2$ 时预测与实验出现偏差。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Founder Effects: Concept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此前假设基础群体无限大；实际上，起始群体通常由少数个体奠基，导致瓶颈效应。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奠基事件减少初始遗传方差，影响长期响应，尤其对稀有有利等位基因威胁最大。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Da Silva (1961) 发现由单对亲本形成的品系，响应大约下降 30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解释：瓶颈后保留的等位基因频率趋向中间值 (1/4, 1/2, 3/4)，降低了后续漂变敏感度。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然而，Jones et al. (1968) 发现在选择多代后施加瓶颈仍可大幅降低响应。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097280"/>
            <a:ext cx="1050919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26.6: Bottleneck Effects on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874959" cy="11612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A: 果蝇胸侧板刚毛选择，最外曲线为基础群体，中间为单对奠基，最内为连续三代单对奠基。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B: 腹侧刚毛，40(10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所有瓶颈系响应均下降，表明即使选择多代后仍有低频有利等位基因存在。</a:t>
            </a:r>
          </a:p>
        </p:txBody>
      </p:sp>
      <p:pic>
        <p:nvPicPr>
          <p:cNvPr id="8" name="Picture 7" descr="fig_0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719" y="3098139"/>
            <a:ext cx="3331451" cy="2319542"/>
          </a:xfrm>
          <a:prstGeom prst="rect">
            <a:avLst/>
          </a:prstGeom>
        </p:spPr>
      </p:pic>
      <p:sp>
        <p:nvSpPr>
          <p:cNvPr id="9" name="Rectangular Callout 8"/>
          <p:cNvSpPr/>
          <p:nvPr/>
        </p:nvSpPr>
        <p:spPr>
          <a:xfrm>
            <a:off x="1842930" y="2522157"/>
            <a:ext cx="5954083" cy="2380462"/>
          </a:xfrm>
          <a:prstGeom prst="wedgeRectCallout">
            <a:avLst>
              <a:gd name="adj1" fmla="val 22000"/>
              <a:gd name="adj2" fmla="val 22000"/>
            </a:avLst>
          </a:prstGeom>
          <a:solidFill>
            <a:srgbClr val="FFFFFF"/>
          </a:solidFill>
          <a:ln w="19050">
            <a:solidFill>
              <a:srgbClr val="28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>
            <a:normAutofit/>
          </a:bodyPr>
          <a:lstStyle/>
          <a:p>
            <a:pPr algn="ctr">
              <a:defRPr sz="1400" b="0" i="0">
                <a:solidFill>
                  <a:srgbClr val="000000"/>
                </a:solidFill>
              </a:defRPr>
            </a:pPr>
            <a:r>
              <a:t>111111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Quantifying Founder Effects: Additive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1100" b="0" i="0">
                <a:solidFill>
                  <a:srgbClr val="999999"/>
                </a:solidFill>
              </a:defRPr>
            </a:pPr>
            <a:r>
              <a:t>  暂无内容。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对于加性基因且选择较弱时，起始奠基规模 $N_0$ 导致的期望加性方差为 $[1-1/(2N_0)]\sigma_A^2(0)$。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预期响应缩放因子相同：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两个不同奠基数的重复系响应比为：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(1980) 在果蝇实验中观测到瓶颈系极限约为基础系的 0.69--0.72，接近预测 0.75。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Major Alleles Under Strong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当存在大效应稀有等位基因且选择很强时，奠基瓶颈的影响更剧烈。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只要强选择等位基因出现在初始样本中，它就会固定；概率为 $1 - (1-p_0)^{2N_0}$。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因此贡献比近似为：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稀有有利等位基因 ($p_0\ll1$) 对初始方差贡献小，但如果固定则对响应贡献极大，瓶颈极易丢失它。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因此，奠基效应对长期响应的影响高度依赖于未知的初始等位基因频率。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Figure 26.7 and Experimental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Frankham (1980) 比较了单对奠基 (B)、非瓶颈 (U) 和对照 (C) 的腹侧刚毛选择响应。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瓶颈系极限显著降低，但与加性预测吻合较好。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目前缺乏响应因瓶颈而增加的明确报道（非加性方差可能引起增加，但未证实）。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Skibinski &amp; Shereif (1989) 发现来自分布中央的品系比极端品系有更高响应，提示杂合度更高的群体拥有更多可遗传方差。</a:t>
            </a:r>
          </a:p>
        </p:txBody>
      </p:sp>
      <p:pic>
        <p:nvPicPr>
          <p:cNvPr id="5" name="Picture 4" descr="fig_0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12380"/>
            <a:ext cx="3331451" cy="17138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Common Misconceptions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误区1：瓶颈总是减少响应。存在非加性方差时可能例外，但实验证据不足。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误区2：初始加性方差能完全预测瓶颈效应。实际上，稀有主要等位基因的贡献可能很大，且不可预测。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Zhang &amp; Hill (2005a): 采样加上选择产生的连锁不平衡，会使含有许多稀有等位基因的群体表现出与无穷小模型无异的响应。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在实验室中，将野外样本繁殖多代相当于额外的瓶颈，可能丢失稀有重要等位基因。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因此，设计长期选择实验时，应尽量增大奠基群体并缩短实验室驯化时间。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Population Subdivision: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20939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若将总群体细分为多个亚系，对长期响应有何影响？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Robertson (1960a) 证明：仅存在加性方差时，细分不改变极限，只要最终合并所有系。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Maruyama (1970) 推广：任何细分形式，若杂交时无系间选择，极限与单一随机交配群体相同。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然而，若有显著非加性方差（隐性、上位），细分可能增加极限（Madalena &amp; Hill 1972）。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Wright 的“移动平衡”理论认为细分有利于积累稀有的上位有利组合。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但对加性基因，Wright 结构与 Fisher 结构表现相似；连锁效应微弱偏向大群体。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Review of Previous Concepts - Detailed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进一步展开：Robertson's theory: selection limit is $2N_e R(1)$, where $R(1)$ is first generation response.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进一步展开：The limit depends on initial additive variance $\sigma_A^2(0)$ and effective population size $N_e$.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进一步展开：Drift and selection jointly determine long-term response; increasing $N_e$ preserves more variation.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进一步展开：Equation (26.15b) expressed the limit as $2N_e R(1) = N_e \bar{\imath} (2\sigma_A^2(0)/\sigma_z)$.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Selection Intensities: Motivation - 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进一步展开：固定测量个体数 $M$，选择比例 $p = N/M$。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进一步展开：减小 $p$ 增加选择强度 $\bar{\imath}$，但也减小有效种群大小 $N_e$。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 (1960a) 提出长期极限响应正比于 $N_e \bar{\imath}$。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进一步展开：因此必须权衡：某个中间 $p$ 会使 $N_e \bar{\imath}$ 最大化。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Derivation of the Key Formula - Example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进一步展开：Robertson's selection limit (Equation 26.15b):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进一步展开：其中 $R(1)$ 是第一代响应，取决于初始遗传方差 $\sigma_A^2(0)$。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进一步展开：注意到乘积 $N_e \bar{\imath}$ 决定了最终响应：它随 $p$ 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进一步展开：对于截断选择，$\bar{\imath} = \varphi(x_{[1-p]})/p$（忽略有限总体校正）。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68680"/>
            <a:ext cx="12191695" cy="3175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Optimal Proportion - Review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1472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进一步展开：式 (26.23) 中括号项与 $p$ 无关，因此响应随 $\varphi(x_{[1-p]})$ 变化。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进一步展开：正态密度 $\varphi(x)$ 在 $x=0$ 处最大，对应截断点 $x_{[1-p]}=0$，即 $p=0.5$。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进一步展开：因此，对于加性基因和正态表型，保存一半个体使长期响应最大。</a:t>
            </a:r>
          </a:p>
          <a:p>
            <a:pPr>
              <a:spcAft>
                <a:spcPts val="800"/>
              </a:spcAft>
              <a:defRPr sz="1500" b="0" i="0">
                <a:solidFill>
                  <a:srgbClr val="000000"/>
                </a:solidFill>
              </a:defRPr>
            </a:pPr>
            <a:r>
              <a:t>•  进一步展开：Figure 26.5A 展示了随 $p$ 变化的极限响应：$M$ 增大时曲线变得非常平坦。</a:t>
            </a:r>
          </a:p>
        </p:txBody>
      </p:sp>
      <p:pic>
        <p:nvPicPr>
          <p:cNvPr id="5" name="Picture 4" descr="fig_0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194" y="2077813"/>
            <a:ext cx="3331451" cy="1582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