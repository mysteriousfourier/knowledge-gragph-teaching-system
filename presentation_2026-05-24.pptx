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本部分将讨论长期选择响应的几个关键扩展：最优选择强度、群体结构效应以及突变输入的渐近响应。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5720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>
              <a:defRPr sz="1300" b="0" i="0">
                <a:solidFill>
                  <a:srgbClr val="999999"/>
                </a:solidFill>
              </a:defRPr>
            </a:pPr>
            <a:r>
              <a:t>Author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Review: Long-Term Response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1. Optimal Selection Intensities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Maximizing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Tradeoff Between Selection Intensity and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当测量个体数 $M$ 固定时，留种比例 $p = N/M$ 决定了选择强度 $\bar{\imath}$ 和有效群体大小 $N_e$。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减小 $p$ 会增大 $\bar{\imath}$ 从而提高短期响应，但同时减小 $N_e$，加剧漂变，降低长期极限。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选择极限可以表示为 $2N_e R(1) = N_e \bar{\imath} \left( \frac{2\sigma_A^2(0)}{\sigma_z} \right)$，最终响应依赖于 $N_e \bar{\imath}$。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因此存在一个最优的 $p$ 值，在短期增益与长期维持之间取得平衡。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Robertson's Optimal Proportion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对于加性基因和正态分布表型，Robertson (1960a) 发现使总响应最大的选择强度是 $p = 0.5$。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原因：$N_e \bar{\imath}$ 在 $M$ 固定时，当留种一半个体时达到最大。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截断选择下，$\bar{\imath} = \varphi(x_{[1-p]}) / p$，响应正比于 $\varphi(x_{[1-p]})$。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标准正态密度 $\varphi(x)$ 在 $x=0$ 处最大，对应 $p=0.5$。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$M$ 增大时，极限作为 $p$ 的函数变得非常平坦，即使偏离 $0.5$ 较多，极限也几乎相同。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Derivation: Response as Function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方括号内的项与 $p$ 无关，因此响应仅通过 $\varphi(x_{[1-p]})$ 依赖于 $p$。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最大化 $\varphi(x)$ 即得最优 $p=0.5$。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964" y="2386584"/>
            <a:ext cx="2471767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097280"/>
            <a:ext cx="1050919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Table 26.4: Impact of Selection Intensity 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$\bar{\imath}$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$N_e/N$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$2N_e R(1)$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26.5: Selection Limit vs. Proportion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左图：选择极限随留种比例 $p$ 的变化，$M=10$ 和 $50$。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右图：使 $t$ 代内总响应最大的最优比例 $p_{opt}$ 作为 $t/M$ 的函数。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$M$ 较大时，极限曲线非常平坦。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Extensions: Linkage and Non-normality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若放宽正态假设，Cockerham 和 Burrows (1980) 发现除非表型分布极端偏斜，最优比例仍接近 0.50。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当连锁重要时，最优比例会上升到 0.50 以上 (Hill and Robertson 1966; Hospital and Chevalet 1993)。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连锁不平衡导致基因型分布偏离正态，从而改变最优强度。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Support and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Madalena 和 Robertson (1975)：果蝇胸侧板刚毛数选择，留种 5/25 的极限为 18.0，留种 10/25 的极限为 17.1。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类似结果在果蝇腹刚毛数 (Jones et al. 1968)、赤拟谷盗产卵量 (Ruano et al. 1975) 和小鼠断奶后体重 (Hanrahan et al. 1973) 中也有报道。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这些实验均支持较温和的选择强度有利于长期响应。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2. Effects of Population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Maximizing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Motivation and Basic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基础群体若由有限个体建立，初始加性方差减少为 $[1 - 1/(2N_0)]\sigma_A^2(0)$。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这将导致选择响应按比例减小，尤其在瓶颈严重时影响显著。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(1966b) 发现由单对亲本建立的品系，选择响应下降约 30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弱选择下，瓶颈仅通过初始方差的减小影响长期响应：$R_{N_0}(t) = R(t) (1 - 1/(2N_0))$。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26.6: Bottleneck Effects on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A：胸侧板刚毛数选择，瓶颈品系响应明显低于基础群体。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图 B：腹刚毛数选择，即使经过 16 代选择后，瓶颈仍导致响应降低。</a:t>
            </a:r>
          </a:p>
        </p:txBody>
      </p:sp>
      <p:pic>
        <p:nvPicPr>
          <p:cNvPr id="6" name="Picture 5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1709536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26.7: Founder Effects in Abdominal Bristle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瓶颈群体 ($N_0=2$) 的极限为基础群体的 0.69--0.72 倍，接近理论预测的 0.75。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说明在加性假设下，瓶颈效应主要取决于建群者数目，与弱选择理论吻合。</a:t>
            </a:r>
          </a:p>
        </p:txBody>
      </p:sp>
      <p:pic>
        <p:nvPicPr>
          <p:cNvPr id="6" name="Picture 5" descr="fig_0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12380"/>
            <a:ext cx="3331451" cy="17138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Subdivision: Does It Increase the Limit?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指出纯加性方差下，群体细分对选择极限影响甚微；$k$ 个品系杂交后的极限等于单个大小为 $Nk$ 的品系。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Madalena 和 Hill (1972) 发现连锁对此结论影响很小；品系间选择虽能提高短期响应，但会降低总方差和极限。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当存在显著非加性方差时，细分可能提高极限（如有利隐性纯合子的固定）。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Wright vs. Fisher: Optimal Population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 的移动平衡理论认为群体细分有利于稀有有利上位组合的积累。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Fisher 则认为单个大随机交配群体进化最快。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实验和模拟表明，加性情况下两者差异不大；非加性时需根据基因作用类型判定。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果蝇体重选择实验 (Katz and Young 1975) 显示细分加少量迁移可略优于随机交配群体。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Within-Family Selection: Balancing and 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家系内选择（每家系选最优雌雄）使有效群体大小约为混合选择的 2 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但全同胞家系内可用的加性方差只有总加性方差的一半。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指出当 $h^2$ 很低时，两种方法的极限相同。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若加性方差远大于环境方差，则家系内选择的极限可能更高（比值 $\sqrt{2}$）。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Factors Favoring Within-Family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延缓 $N_e$ 因选择导致的累积下降：家系内选择的 $Q=0$，避免了家系间方差膨胀。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若环境方差主要来自家系间，家系内选择可获得更大的单代响应。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负的配子相不平衡会减少混合选择的可用方差，而家系内方差保持不变。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3. Asymptotic Response Due to Mutational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Maximizing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Summary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Mutational Variance and Asymptotic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突变在每个世代以 $\sigma_m^2$ 的速率产生新的加性方差。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$t \gg 2N_e$ 时，每代响应趋近于渐近速率 $r_m(\infty) = 2N_e \bar{\imath} \sigma_m^2 / \sigma_z$。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该结果基于微效模型，假设每个位点的选择系数极小，接近中性。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45" y="2697480"/>
            <a:ext cx="6450605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Cumulative Response from Mutation and Initial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8503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第一项代表渐近的线性增长，第二项代表初始方差的短暂贡献。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$t$ 足够大时，突变输入主导响应。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406" y="2386584"/>
            <a:ext cx="851888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Crossover Time : When Mutation Overtakes Initial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定义 $t^*$ 为使 $\sigma_A^2(0) e^{-t^*/2N_e} = 2N_e \sigma_m^2 \left(1 - e^{-t^*/2N_e}\right)$ 的世代数。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解得 $t^* = 2N_e \ln(1+\Psi)$，其中 $\Psi = \frac{h^2}{(1-h^2) 2N_e h_m^2}$。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取 $h_m^2 = 0.005$，$h^2=0.1$ 时 $t^* \approx 22$ 代；$h^2=0.5$ 时约 200 代。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26.8: Crossover Time as Function of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曲线对应 $h^2 = 0.05, 0.10, 0.25, 0.50$。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$N_e$ 足够大时，$t^*$ 趋近于常数 $h^2/[(1-h^2)h_m^2]$。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小 $N_e$ 时，式 (26.31c) 会高估 $t^*$。</a:t>
            </a:r>
          </a:p>
        </p:txBody>
      </p:sp>
      <p:pic>
        <p:nvPicPr>
          <p:cNvPr id="5" name="Picture 4" descr="fig_0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445" y="1700330"/>
            <a:ext cx="2932948" cy="23379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Example 26.5: Yoo's Drosophila Selection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Yoo (1980a) 在 80 代选择中观察到每代约 0.3 刚毛数的稳定增长。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参数：$\sigma_E^2 \approx 4$，$h^2=0.2$，$N_e\approx 60$，$\sigma_m^2=0.001\sigma_E^2$。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理论计算 $t^* \approx 135$ 代，表明在 80 代时大部分响应仍源自初始变异。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若考虑主效突变，突变贡献比例会显著提高。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General Fixation Probability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Hill (1982a,b) 通过计算有利新突变固定的概率来估计渐近响应。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渐近速率 $r_m(\infty) = 2M\mu \, E[2\alpha \cdot u(1/(2M),\alpha,k)]$。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若突变效应分布对称，渐近响应仍可写成 $r_m(\infty) \simeq 2N_e \bar{\imath} \sigma_m^2 / \sigma_z$。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Dominance Effects on Asymptotic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完全显性时 ($k=1$)，$\sigma_m^2 = 8\mu E[\alpha^2]$，是加性时的 4 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但显性下的渐近响应仅为加性下的一半（相对于相同的 $\sigma_m^2$）：$r_m(\infty) \simeq N_e \bar{\imath} \sigma_m^2 / \sigma_z$。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若固定 $\mu$ 和 $E[\alpha^2]$，显性下的响应是加性下的 2 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隐性等位基因的响应增长缓慢，与 $\sqrt{N_e \bar{\imath}}$ 成正比。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Optimizing Asymptotic Response: Tradeoff Between Accuracy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渐近响应正比于 $N_e s$，而 $s \propto \rho(x,A)$（选择准确度）。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提高准确度（如使用家系信息或 BLUP）通常会降低 $N_e$。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最佳短期方案（最高准确度）往往并非最佳长期方案。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Within-family vs. Mass Selection Asymptotic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家系内选择的 $N_{e(w)} \approx 2N$，而混合选择的 $N_{e(m)} &lt; N$。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渐近响应比 $\widetilde{R}_w / \widetilde{R}_m \geq 1$，即家系内选择在长期优于混合选择。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这一优势来源于更大的 $N_e$ 对突变方差的维持。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Compensatory Mating and Balancing Short- vs. Long-Term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Toro 等 (1988) 建议使选留个体间的共祖度最小化。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Grundy 等 (1994) 提出补偿性交配：将来自过代表家系的个体与不足代表家系个体交配。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略为偏离最优选择指数（如高估 $h^2$）可大幅提高 $N_e$，而准确度损失很小。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这为在商业育种中平衡短期与长期收益提供了策略。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Additional Mutation Models: House-of-Cards and Zeng-Cockerham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增量模型（Brownian motion）假设变异逐步积累，方差无界。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屋卡模型（HOC）：每个新突变值独立于亲本等位基因的值。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屋卡模型下，遗传方差先增后减，可能出现表观选择极限，但仍有缓慢响应。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Zeng-Cockerham 模型混合两者：$a^* = \tau a + \alpha$，极限性质尚未充分研究。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Pleiotropic Fitness Effects and Realistic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若新突变带有有害的多效性，可用加性方差将小于纯中性突变模型的预测。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这解释了为何实际群体中遗传力很少超过 0.5。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多效性对渐近方差的影响取决于 $(s,\alpha)$ 联合分布中小 $s$ 区域的精细结构。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4.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for Maximizing Long-Term Response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on Long-Term Response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Due to Mutational Input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Summary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长期选择中最优留种比例通常为 $p = 0.5$，在 $M$ 大时曲线平坦。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群体结构（建群者效应、细分、家系内选择）通过改变初始方差和 $N_e$ 影响极限。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建群者瓶颈使响应成比例下降，影响取决于起始等位基因频率和效应大小。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突变输入提供持续的渐近响应，速率取决于 $N_e \bar{\imath} \sigma_m^2$；突变效应分布和显性度影响显著。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选择方案的设计需要在短期准确度与长期 $N_e$ 之间权衡，补偿性交配和指标微调是有效工具。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Further Reading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的选择极限理论是理解长期响应的基石，但需要结合连锁和多效性进行修正。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突变模型的选取（增量、屋卡、Zeng-Cockerham）对预测极端长期行为至关重要。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多效性对突变方差的上限仍是一个活跃的研究领域。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如何在育种方案中实际操作最优平衡，特别是在基因组选择时代，依然充满挑战。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