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>
              <a:defRPr sz="1100" b="0" i="0">
                <a:solidFill>
                  <a:srgbClr val="000000"/>
                </a:solidFill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6926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3400" b="1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383280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1900" b="0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457200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>
              <a:defRPr sz="1300" b="0" i="0">
                <a:solidFill>
                  <a:srgbClr val="999999"/>
                </a:solidFill>
              </a:defRPr>
            </a:pPr>
            <a:r>
              <a:t>BIMSA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Overview of Today's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回顾：Robertson's selection limit and the role of drift.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最优选择强度（optimal selection intensity）与有效群体大小（$N_e$）的权衡。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种群结构效应：创始人效应（founder effects）与瓶颈（bottlenecks）、种群细分（subdivision）。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家系内选择（within-family selection）对长期响应的影响。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突变输入（mutational input）驱动的渐近响应（asymptotic response）。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如何优化长期与渐近选择响应。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1 Optimal Selection Intensities and Effective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and Effective Size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Founder Effects and Population Subdivision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Within-family Selection and Mutation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Tradeoff Between Selection Intensity and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Robertson's selection limit：最终响应（ultimate response）取决于 $N_e \bar{\imath}$ 的乘积。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公式 (26.22)：$2N_e R(1) = N_e \bar{\imath} \left( \frac{2\sigma_A^2(0)}{\sigma_z} \right)$。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降低 $p = N/M$ 增加短期响应，但减少长期响应；存在最优中间 $p$。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例：$p=0.50$ 的单代响应不到 $p=0.10$ 的一半，但选择极限是其两倍（200 vs. 90）。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for Truncation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由 $\bar{\imath} = \varphi(x_{[1-p]}) / p$，可得响应表达式 (26.23)：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方括号项与 $p$ 无关，响应由 $\varphi(x_{[1-p]})$ 决定，在 $x=0$（即 $p=0.5$）取最大值。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随 $M$ 增大，选择极限对 $p$ 的敏感度降低，接近 0.5 的宽范围几乎等价。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非正态分布下最优比例仍接近 0.5；连锁不平衡时最优比例略高于 0.5。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240" y="3008376"/>
            <a:ext cx="5227214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Selection Limit vs. Fraction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图 A：选择极限作为被选比例的函数（$M=10,50$）。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图 B：最优比例 $p_{opt}$ 是 $t/M$ 的函数。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曲线基于公式 (26.23)，取 $M = N_e$。</a:t>
            </a:r>
          </a:p>
        </p:txBody>
      </p:sp>
      <p:pic>
        <p:nvPicPr>
          <p:cNvPr id="5" name="Picture 4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Effective Population Size Under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81328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$\bar{\imath}$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$N_e/N$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$2N_e R(1)$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as a Function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(1970b) 给出了最大化第 $t$ 代总响应的最优选择强度。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最优比例 $p_{opt}$ 是 $t/M$ 的函数（Figure 26.5B）。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短时程（$t/M$ 小）强选择有利；长时程接近 0.5。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连锁存在时，最优比例高于预测值，尤其在较大群体中。</a:t>
            </a:r>
          </a:p>
        </p:txBody>
      </p:sp>
      <p:pic>
        <p:nvPicPr>
          <p:cNvPr id="6" name="Picture 5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Experimental Support for Optimal Intensity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Madalena &amp; Robertson (1975)：果蝇胸侧刚毛，$p=0.2$ 优于 $p=0.1$。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Jones et al. (1968)：腹部刚毛；Ruano et al. (1975)：甲虫产卵；Hanrahan et al. (1973)：小鼠体重。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 $t/M \le 0.2$ 时理论与实验吻合良好；$t/M &gt; 0.2$ 时由于主效等位基因可能出现偏差。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未校正 $N_e$ 进一步下降会导致错误的最优比例估计。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2 Founder Effects and Population Subdivision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and Effective Size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Founder Effects and Population Subdivision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Within-family Selection and Mutation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Effects: Basic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初始基础群体抽样导致加性方差减少：初始方差为 $[1 - 1/(2N_0)]\sigma_A^2(0)$。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弱选择下（无限小模型），期望响应：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强选择下稀有有利等位基因的固定概率：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瓶颈效应在稀有主效等位基因存在时最严重，但难以预测。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20" y="3008376"/>
            <a:ext cx="5329054" cy="6583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703" y="3666744"/>
            <a:ext cx="687628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Bottleneck Experiments and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图 A：单对亲本瓶颈使响应降低约 30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图 B：选择 16 代后瓶颈仍显著降低响应 (Jones et al. 1968)。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Frankham (1980) 实验：$N_0=2$ 时极限约为非瓶颈群的 0.69--0.72，接近预测 0.75。</a:t>
            </a:r>
          </a:p>
        </p:txBody>
      </p:sp>
      <p:pic>
        <p:nvPicPr>
          <p:cNvPr id="5" name="Picture 4" descr="fig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1709536"/>
            <a:ext cx="3331451" cy="23195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Population Subdivision and Long-term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(1960a)：仅有加性方差时，细分不影响选择极限。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Maruyama (1970)：任何细分方式的极限相同，前提是不进行系间选择。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存在非加性方差时，细分可能提高极限：隐性纯合、上位组合的固定。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Wright vs. Fisher 结构：加性下两者相当；隐性下 Wright 结构更优；上位性下取决于具体情况。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Subdivision, Inbreeding, and Recessive Alleles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Caballero et al. (1991) 提出全同胞交配方案，以增加隐性等位基因的固定概率。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偏离 Hardy-Weinberg 的度量 $f$：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Tradeoff Between Selection Intensity and Drift -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进一步展开：Robertson's selection limit：最终响应（ultimate response）取决于 $N_e \bar{\imath}$ 的乘积。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进一步展开：公式 (26.22)：$2N_e R(1) = N_e \bar{\imath} \left( \frac{2\sigma_A^2(0)}{\sigma_z} \right)$。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进一步展开：降低 $p = N/M$ 增加短期响应，但减少长期响应；存在最优中间 $p$。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进一步展开：例：$p=0.50$ 的单代响应不到 $p=0.10$ 的一半，但选择极限是其两倍（200 vs. 90）。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for Truncation Selection - Example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进一步展开：由 $\bar{\imath} = \varphi(x_{[1-p]}) / p$，可得响应表达式 (26.23)：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进一步展开：方括号项与 $p$ 无关，响应由 $\varphi(x_{[1-p]})$ 决定，在 $x=0$（即 $p=0.5$）取最大值。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进一步展开：随 $M$ 增大，选择极限对 $p$ 的敏感度降低，接近 0.5 的宽范围几乎等价。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进一步展开：非正态分布下最优比例仍接近 0.5；连锁不平衡时最优比例略高于 0.5。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Review and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前一部分介绍了长期响应框架与 Robertson 选择极限理论。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核心公式：$R(t) = 2N_e R(1) (1 - e^{-t/(2N_e)})$，说明初始方差贡献的饱和行为。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本部分将深入三个主题：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最大化长期响应的最优选择强度；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群体结构（奠基者效应、瓶颈、亚群体）的影响；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突变输入所驱动的渐近响应。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Effective Population Size Under Selection - Concept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围绕 Effective Population Size Under Selection 补充背景、定义与上下文，明确本页讨论范围。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解释 Effective Population Size Under Selection 的关键要点，并说明它与前后知识点的联系。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结合课堂讲解思路梳理 Effective Population Size Under Selection 中需要重点掌握的结论。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从适用条件、比较关系和常见误区三个角度复习 Effective Population Size Under Selection。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as a Function of - Application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 (1970b) 给出了最大化第 $t$ 代总响应的最优选择强度。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进一步展开：最优比例 $p_{opt}$ 是 $t/M$ 的函数（Figure 26.5B）。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进一步展开：短时程（$t/M$ 小）强选择有利；长时程接近 0.5。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进一步展开：连锁存在时，最优比例高于预测值，尤其在较大群体中。</a:t>
            </a:r>
          </a:p>
        </p:txBody>
      </p:sp>
      <p:pic>
        <p:nvPicPr>
          <p:cNvPr id="5" name="Picture 4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Experimental Support for Optimal Intensity - Detailed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进一步展开：Madalena &amp; Robertson (1975)：果蝇胸侧刚毛，$p=0.2$ 优于 $p=0.1$。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进一步展开：Jones et al. (1968)：腹部刚毛；Ruano et al. (1975)：甲虫产卵；Hanrahan et al. (1973)：小鼠体重。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进一步展开：当 $t/M \le 0.2$ 时理论与实验吻合良好；$t/M &gt; 0.2$ 时由于主效等位基因可能出现偏差。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进一步展开：未校正 $N_e$ 进一步下降会导致错误的最优比例估计。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