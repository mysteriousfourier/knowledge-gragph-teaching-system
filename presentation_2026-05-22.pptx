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>
              <a:defRPr sz="1100" b="0" i="0">
                <a:solidFill>
                  <a:srgbClr val="000000"/>
                </a:solidFill>
              </a:defRPr>
            </a:pPr>
            <a: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74519"/>
            <a:ext cx="969264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defRPr sz="3400" b="1" i="0">
                <a:solidFill>
                  <a:srgbClr val="000000"/>
                </a:solidFill>
              </a:defRPr>
            </a:pPr>
            <a:r>
              <a:t>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383280"/>
            <a:ext cx="868680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defRPr sz="1900" b="0" i="0">
                <a:solidFill>
                  <a:srgbClr val="000000"/>
                </a:solidFill>
              </a:defRPr>
            </a:pPr>
            <a:r>
              <a:t>暂无内容。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Outline of This Chapter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28800"/>
            <a:ext cx="69494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1.  Optimal Selection Intensities [2.]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2.  Effects of Population Structure [3.]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3.  Asymptotic Response from Mutation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1 Optimal Selection Intensities for Maximizing Long-term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28800"/>
            <a:ext cx="69494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1.  Optimal Selection Intensities [2.]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2.  Effects of Population Structure [3.]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3.  Asymptotic Response from Mutation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Tradeoff between Selection Intensity and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Robertson's selection limit (Equation 26.15b) becomes Ultimate response depends on $N_e \bar{\imath}$.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Decreasing $p$ (the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Figure 26.5A shows the selection limit vs. $p$ for $M = 10$ and $M = 50$; the peak is flat-topped at $p \approx 0.5$.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515" y="2697480"/>
            <a:ext cx="3274665" cy="658368"/>
          </a:xfrm>
          <a:prstGeom prst="rect">
            <a:avLst/>
          </a:prstGeom>
        </p:spPr>
      </p:pic>
      <p:pic>
        <p:nvPicPr>
          <p:cNvPr id="7" name="Picture 6" descr="fig_0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194" y="2077813"/>
            <a:ext cx="3331451" cy="15829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Experimental Support and Impact of $N_e$ Reduction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81328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$N$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$\bar{\imath}$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$N_e$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$N_e/N$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$2N_e R(1)$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6.2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2.6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321868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Madalena &amp; Robertson (1975): Drosophila bristle selection; saving 10/25 gave a more extreme limit than 5/25.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Similar results in Tribolium egg-laying and mouse postweaning weight (Ruano et al. 1975; Hanrahan et al. 1973).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Using $N = pM$ as $N_e$ overestimates true $N_e$; stronger selection further reduces $N_e/N$.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Table 26.4 quantifies this reduction: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Optimal Proportion as a Function of $t/M$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Optimal proportion $p_{\text{opt}}$ depends on $t/M$ (Figure 26.5B).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For $t/M \le 0.2$, observed and predicted rank orders agree well (Ruano et al. 1975; Frankham 1977).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Discrepancies at larger $t/M$ may arise from major alleles or uncorrected $N_e$ estimates.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Unequal sex ratios: optimal response when both sexes are scored and selected with the same proportions.</a:t>
            </a:r>
          </a:p>
        </p:txBody>
      </p:sp>
      <p:pic>
        <p:nvPicPr>
          <p:cNvPr id="6" name="Picture 5" descr="fig_0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2077813"/>
            <a:ext cx="3331451" cy="15829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2 Effects of Population Structure on Long-term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28800"/>
            <a:ext cx="69494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1.  Optimal Selection Intensities [2.]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2.  Effects of Population Structure [3.]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3.  Asymptotic Response from Mutation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Founder Effects and Population Bottlenecks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$Lines founded from a single pair show $ 30$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Bottlenecks after many generations of selection can still reduce response (Jones et al. 1968, Figure 26.6B).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With weak selection (infinitesimal model):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With strong selection on a major allele, loss probability depends on $p_0$ and $N_0$: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496" y="3008376"/>
            <a:ext cx="3552702" cy="65836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940" y="3666744"/>
            <a:ext cx="4915814" cy="658368"/>
          </a:xfrm>
          <a:prstGeom prst="rect">
            <a:avLst/>
          </a:prstGeom>
        </p:spPr>
      </p:pic>
      <p:pic>
        <p:nvPicPr>
          <p:cNvPr id="8" name="Picture 7" descr="fig_01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250" y="1766214"/>
            <a:ext cx="3331451" cy="23195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Founder Effects: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Frankham (1980): bottlenecked lines ($N_0=2$) had limits $0.69-0.72$ of the non-bottlenecked value, close to the predicted $0.75$.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Skibinski &amp; Shereif (1989): lines from the central part of the distribution showed larger total response, suggesting higher heterozygosity at major loci.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Rare favorable alleles of large effect contribute little to $\sigma_A^2(0)$ but can greatly influence response if fixed.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Prolonged lab breeding before selection may eliminate rare alleles, making response resemble the infinitesimal model (Zhang &amp; Hill 2005a).</a:t>
            </a:r>
          </a:p>
        </p:txBody>
      </p:sp>
      <p:pic>
        <p:nvPicPr>
          <p:cNvPr id="6" name="Picture 5" descr="fig_0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250" y="2054888"/>
            <a:ext cx="3331451" cy="17138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Population Subdivision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Crossing $k$ lines of size $N$ gives the same limit as a single line of size $kN$, provided no among-line selection.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With nonadditive variance, subdivision can increase the limit (e.g., favorable recessives become homozygous).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Wright's shifting-balance theory: local inbreeding facilitates accumulation of epistatic combinations.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Caballero et al. (1991) showed full-sib mating after selection increases fixation of recessives without harming additive alleles: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23" y="3008376"/>
            <a:ext cx="5867049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Within-family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404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Selecting the best male and female from each full-sib family gives $N_e \approx 2N$ (zero among-family variance).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Single-generation response: $R_{wFS}(1) = \bar{\imath} h_{wFS}^2 \sigma_{wFS}$ with $h_{wFS}^2 = (\sigma_A^2/2)/\sigma_{wFS}^2$.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If additive variance dominates environmental variance, $\widetilde{R}_{wFS} / \widetilde{R}_{\text{mass}} \ge \sqrt{2}$.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Additional advantages: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No cumulative reduction in $N_e$ from selection ($Q=0$ in Eq. 26.6c).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Robust to large common-family environmental variance.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Less affected by negative gametic-phase disequilibrium.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3 Asymptotic Response Due to Mutational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28800"/>
            <a:ext cx="69494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1.  Optimal Selection Intensities [2.]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2.  Effects of Population Structure [3.]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3.  Asymptotic Response from Mutation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Infinitesimal Model: Variance and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Expected additive variance at generation $t$: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Variance from mutation alone: $\sigma_{A,m}^2(t) \simeq 2N_e\sigma_m^2 [1 - e^{-t/(2N_e)}]$.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Asymptotic rate of response: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Cumulative mutational response: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514" y="3008376"/>
            <a:ext cx="7728667" cy="65836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711" y="3666744"/>
            <a:ext cx="2450273" cy="65836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378" y="4325112"/>
            <a:ext cx="5724939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When Does Mutation Outweigh Initial Variation?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Solution: $t^* = 2N_e \ln(1+\Psi)$, with $\Psi = \frac{h^2}{(1-h^2)2N_e h_m^2}$, $h_m^2 = \sigma_m^2/\sigma_E^2$.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Typical $h_m^2 \approx 0.005$; then $t^* \simeq 200h^2/(1-h^2)$ when $\Psi \ll 1$.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Example: $h^2 = 0.25$ gives $t^* \approx 67$ generations, but this is an upper bound.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Figure 26.8 shows weak dependence on $N_e$; the approximation overestimates $t^*$ for small $N_e$.</a:t>
            </a:r>
          </a:p>
        </p:txBody>
      </p:sp>
      <p:pic>
        <p:nvPicPr>
          <p:cNvPr id="5" name="Picture 4" descr="fig_01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445" y="1700330"/>
            <a:ext cx="2932948" cy="23379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Example 26.5: Yoo's Drosophila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Parameters: $\sigma_E^2 \simeq 4$, $\sigma_z^2 \simeq 5$, $h^2 \simeq 0.2$, $\bar{\imath} \simeq 1.4$, $N_e \simeq 60$, $h_m^2 = 0.001$.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Computed $t^* = 135$ generations, longer than the 80 generations observed.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At generation 60, mutation contributes $\approx 0.13$ bristles/generation, initial variation $\approx 0.38$; total predicted $0.51$.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Observed rate $0.3$ bristles/gen is lower, suggesting opposing natural selection and/or major alleles altering the dynamics.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With major alleles, initial variance declines faster, so mutation could account for a larger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General Mutational Models and Asymptotic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For additive mutants with symmetric effects: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With dominance, $\sigma_m^2 = 2\mu E[\alpha^2(1+k)^2]$; for complete dominance, $\sigma_m^2 = 8\mu E[\alpha^2]$, and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For recessive alleles, response scales as $\sqrt{N_e\bar{\imath}}$ and is not predictable from $\sigma_m^2$ alone.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The house-of-cards model and pleiotropic fitness effects can bound long-term response, often reducing predicted gains.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141" y="3008376"/>
            <a:ext cx="8129413" cy="65836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897" y="3666744"/>
            <a:ext cx="2249901" cy="658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